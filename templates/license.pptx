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</p:sldIdLst>
  <p:sldSz cx="6858000" cy="9144000" type="screen4x3"/>
  <p:notesSz cx="6858000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07">
          <p15:clr>
            <a:srgbClr val="A4A3A4"/>
          </p15:clr>
        </p15:guide>
        <p15:guide id="2" orient="horz" pos="2109">
          <p15:clr>
            <a:srgbClr val="A4A3A4"/>
          </p15:clr>
        </p15:guide>
        <p15:guide id="3" orient="horz" pos="2426">
          <p15:clr>
            <a:srgbClr val="A4A3A4"/>
          </p15:clr>
        </p15:guide>
        <p15:guide id="4" orient="horz" pos="5103">
          <p15:clr>
            <a:srgbClr val="A4A3A4"/>
          </p15:clr>
        </p15:guide>
        <p15:guide id="5" orient="horz" pos="2789">
          <p15:clr>
            <a:srgbClr val="A4A3A4"/>
          </p15:clr>
        </p15:guide>
        <p15:guide id="6" pos="2160">
          <p15:clr>
            <a:srgbClr val="A4A3A4"/>
          </p15:clr>
        </p15:guide>
        <p15:guide id="7" pos="300">
          <p15:clr>
            <a:srgbClr val="A4A3A4"/>
          </p15:clr>
        </p15:guide>
        <p15:guide id="8" pos="4020">
          <p15:clr>
            <a:srgbClr val="A4A3A4"/>
          </p15:clr>
        </p15:guide>
        <p15:guide id="9" pos="2069">
          <p15:clr>
            <a:srgbClr val="A4A3A4"/>
          </p15:clr>
        </p15:guide>
        <p15:guide id="10" pos="3475">
          <p15:clr>
            <a:srgbClr val="A4A3A4"/>
          </p15:clr>
        </p15:guide>
        <p15:guide id="11" pos="3385">
          <p15:clr>
            <a:srgbClr val="A4A3A4"/>
          </p15:clr>
        </p15:guide>
        <p15:guide id="12" pos="1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3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56" autoAdjust="0"/>
  </p:normalViewPr>
  <p:slideViewPr>
    <p:cSldViewPr>
      <p:cViewPr varScale="1">
        <p:scale>
          <a:sx n="80" d="100"/>
          <a:sy n="80" d="100"/>
        </p:scale>
        <p:origin x="3084" y="96"/>
      </p:cViewPr>
      <p:guideLst>
        <p:guide orient="horz" pos="3107"/>
        <p:guide orient="horz" pos="2109"/>
        <p:guide orient="horz" pos="2426"/>
        <p:guide orient="horz" pos="5103"/>
        <p:guide orient="horz" pos="2789"/>
        <p:guide pos="2160"/>
        <p:guide pos="300"/>
        <p:guide pos="4020"/>
        <p:guide pos="2069"/>
        <p:guide pos="3475"/>
        <p:guide pos="3385"/>
        <p:guide pos="1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5" cy="360045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bf83e561d0868829" providerId="LiveId" clId="{6B56C516-E46A-4BE1-963E-CC483FDAA287}"/>
    <pc:docChg chg="delSld">
      <pc:chgData name="" userId="bf83e561d0868829" providerId="LiveId" clId="{6B56C516-E46A-4BE1-963E-CC483FDAA287}" dt="2026-06-01T03:20:15.247" v="0" actId="2696"/>
      <pc:docMkLst>
        <pc:docMk/>
      </pc:docMkLst>
      <pc:sldChg chg="del">
        <pc:chgData name="" userId="bf83e561d0868829" providerId="LiveId" clId="{6B56C516-E46A-4BE1-963E-CC483FDAA287}" dt="2026-06-01T03:20:15.247" v="0" actId="2696"/>
        <pc:sldMkLst>
          <pc:docMk/>
          <pc:sldMk cId="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435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513015" y="1789747"/>
            <a:ext cx="273462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Noto Sans CJK KR Regular" pitchFamily="34" charset="-127"/>
                <a:ea typeface="Noto Sans CJK KR Regular" pitchFamily="34" charset="-127"/>
              </a:rPr>
              <a:t>한국남동발전㈜ 삼천포화력본부</a:t>
            </a: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513015" y="2411730"/>
            <a:ext cx="273462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경상남도 고성군 하이면 </a:t>
            </a:r>
            <a:r>
              <a:rPr lang="ko-KR" altLang="en-US" sz="1100" b="1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하이로</a:t>
            </a:r>
            <a:r>
              <a:rPr lang="ko-KR" altLang="en-US" sz="1100" b="1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 sz="1100" b="1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1-0</a:t>
            </a:r>
          </a:p>
          <a:p>
            <a:r>
              <a:rPr kumimoji="0" lang="ko-KR" altLang="en-US" sz="1100" b="1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삼천포발전본부</a:t>
            </a: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4218313" y="2576119"/>
            <a:ext cx="263968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100" b="1" dirty="0">
                <a:latin typeface="Noto Sans CJK KR Regular" pitchFamily="34" charset="-127"/>
                <a:ea typeface="Noto Sans CJK KR Regular" pitchFamily="34" charset="-127"/>
              </a:rPr>
              <a:t>BC2020-ZEV7.0-A20605-149         </a:t>
            </a:r>
            <a:endParaRPr kumimoji="0" lang="ko-KR" altLang="en-US" sz="1100" b="1"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4212293" y="1817043"/>
            <a:ext cx="263968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100" b="1" dirty="0">
                <a:latin typeface="Noto Sans CJK KR Regular" pitchFamily="34" charset="-127"/>
                <a:ea typeface="Noto Sans CJK KR Regular" pitchFamily="34" charset="-127"/>
              </a:rPr>
              <a:t>2020</a:t>
            </a:r>
            <a:r>
              <a:rPr kumimoji="0" lang="ko-KR" altLang="en-US" sz="1100" b="1" dirty="0">
                <a:latin typeface="Noto Sans CJK KR Regular" pitchFamily="34" charset="-127"/>
                <a:ea typeface="Noto Sans CJK KR Regular" pitchFamily="34" charset="-127"/>
              </a:rPr>
              <a:t>년 </a:t>
            </a:r>
            <a:r>
              <a:rPr kumimoji="0" lang="en-US" altLang="ko-KR" sz="1100" b="1" dirty="0">
                <a:latin typeface="Noto Sans CJK KR Regular" pitchFamily="34" charset="-127"/>
                <a:ea typeface="Noto Sans CJK KR Regular" pitchFamily="34" charset="-127"/>
              </a:rPr>
              <a:t>10</a:t>
            </a:r>
            <a:r>
              <a:rPr kumimoji="0" lang="ko-KR" altLang="en-US" sz="1100" b="1" dirty="0">
                <a:latin typeface="Noto Sans CJK KR Regular" pitchFamily="34" charset="-127"/>
                <a:ea typeface="Noto Sans CJK KR Regular" pitchFamily="34" charset="-127"/>
              </a:rPr>
              <a:t>월 </a:t>
            </a:r>
            <a:r>
              <a:rPr lang="en-US" altLang="ko-KR" sz="1100" b="1" dirty="0">
                <a:latin typeface="Noto Sans CJK KR Regular" pitchFamily="34" charset="-127"/>
                <a:ea typeface="Noto Sans CJK KR Regular" pitchFamily="34" charset="-127"/>
              </a:rPr>
              <a:t>12</a:t>
            </a:r>
            <a:r>
              <a:rPr kumimoji="0" lang="ko-KR" altLang="en-US" sz="1100" b="1" dirty="0">
                <a:latin typeface="Noto Sans CJK KR Regular" pitchFamily="34" charset="-127"/>
                <a:ea typeface="Noto Sans CJK KR Regular" pitchFamily="34" charset="-127"/>
              </a:rPr>
              <a:t>일</a:t>
            </a: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410391" y="3491865"/>
            <a:ext cx="517887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통신소프트웨어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ko-KR" altLang="en-US" sz="1200" b="1" dirty="0" err="1">
                <a:latin typeface="Noto Sans CJK KR Regular" pitchFamily="34" charset="-127"/>
                <a:ea typeface="Noto Sans CJK KR Regular" pitchFamily="34" charset="-127"/>
              </a:rPr>
              <a:t>브레인즈컴퍼니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,</a:t>
            </a:r>
            <a:r>
              <a:rPr lang="en-US" altLang="ko-KR" sz="1200" b="1" dirty="0" err="1">
                <a:latin typeface="Noto Sans CJK KR Regular" pitchFamily="34" charset="-127"/>
                <a:ea typeface="Noto Sans CJK KR Regular" pitchFamily="34" charset="-127"/>
              </a:rPr>
              <a:t>Zenius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-Dashboard v5.1, </a:t>
            </a:r>
          </a:p>
          <a:p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Data Manager </a:t>
            </a:r>
            <a:r>
              <a:rPr lang="en-US" altLang="ko-KR" sz="1200" b="1" dirty="0" err="1">
                <a:latin typeface="Noto Sans CJK KR Regular" pitchFamily="34" charset="-127"/>
                <a:ea typeface="Noto Sans CJK KR Regular" pitchFamily="34" charset="-127"/>
              </a:rPr>
              <a:t>Manager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모니터링소프트웨어 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[</a:t>
            </a:r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물품식별번호 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: 23388525]</a:t>
            </a:r>
          </a:p>
          <a:p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통신소프트웨어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ko-KR" altLang="en-US" sz="1200" b="1" dirty="0" err="1">
                <a:latin typeface="Noto Sans CJK KR Regular" pitchFamily="34" charset="-127"/>
                <a:ea typeface="Noto Sans CJK KR Regular" pitchFamily="34" charset="-127"/>
              </a:rPr>
              <a:t>브레인즈컴퍼니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,</a:t>
            </a:r>
            <a:r>
              <a:rPr lang="en-US" altLang="ko-KR" sz="1200" b="1" dirty="0" err="1">
                <a:latin typeface="Noto Sans CJK KR Regular" pitchFamily="34" charset="-127"/>
                <a:ea typeface="Noto Sans CJK KR Regular" pitchFamily="34" charset="-127"/>
              </a:rPr>
              <a:t>Zenius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-Dashboard v5.1,</a:t>
            </a:r>
          </a:p>
          <a:p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Data Collector, </a:t>
            </a:r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모니터링소프트웨어 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[</a:t>
            </a:r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물품식별번호 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: 23388524]</a:t>
            </a:r>
          </a:p>
          <a:p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통신소프트웨어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ko-KR" altLang="en-US" sz="1200" b="1" dirty="0" err="1">
                <a:latin typeface="Noto Sans CJK KR Regular" pitchFamily="34" charset="-127"/>
                <a:ea typeface="Noto Sans CJK KR Regular" pitchFamily="34" charset="-127"/>
              </a:rPr>
              <a:t>브레인즈컴퍼니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,</a:t>
            </a:r>
            <a:r>
              <a:rPr lang="en-US" altLang="ko-KR" sz="1200" b="1" dirty="0" err="1">
                <a:latin typeface="Noto Sans CJK KR Regular" pitchFamily="34" charset="-127"/>
                <a:ea typeface="Noto Sans CJK KR Regular" pitchFamily="34" charset="-127"/>
              </a:rPr>
              <a:t>Zenius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-Dashboard v5.1, </a:t>
            </a:r>
          </a:p>
          <a:p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Editor, </a:t>
            </a:r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모니터링소프트웨어 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[</a:t>
            </a:r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물품식별번호 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: 23435193]</a:t>
            </a:r>
            <a:endParaRPr kumimoji="0"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68DC76EE-689F-4D3C-A193-48DD7B75C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4859" y="3491865"/>
            <a:ext cx="72009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endParaRPr lang="en-US" altLang="ko-KR" sz="1200" b="1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r"/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kumimoji="0" lang="en-US" altLang="ko-KR" sz="1200" b="1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EA</a:t>
            </a:r>
          </a:p>
          <a:p>
            <a:pPr algn="r"/>
            <a:r>
              <a:rPr lang="en-US" altLang="ko-KR" sz="1200" b="1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</a:p>
          <a:p>
            <a:pPr algn="r"/>
            <a:r>
              <a:rPr lang="en-US" altLang="ko-KR" sz="1200" b="1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 EA</a:t>
            </a:r>
          </a:p>
          <a:p>
            <a:pPr algn="r"/>
            <a:endParaRPr kumimoji="0"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r"/>
            <a:r>
              <a:rPr lang="en-US" altLang="ko-KR" sz="1200" b="1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 EA</a:t>
            </a:r>
          </a:p>
          <a:p>
            <a:pPr algn="r"/>
            <a:endParaRPr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r"/>
            <a:endParaRPr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r"/>
            <a:endParaRPr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r"/>
            <a:endParaRPr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r"/>
            <a:endParaRPr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r"/>
            <a:endParaRPr kumimoji="0"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695DB6EC-C47C-4764-80AF-5A02E3285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92" y="6599298"/>
            <a:ext cx="42056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[</a:t>
            </a:r>
            <a:r>
              <a:rPr lang="ko-KR" altLang="en-US" sz="1200" b="1" dirty="0">
                <a:latin typeface="Noto Sans CJK KR Regular" pitchFamily="34" charset="-127"/>
                <a:ea typeface="Noto Sans CJK KR Regular" pitchFamily="34" charset="-127"/>
              </a:rPr>
              <a:t>정보통신설비 설비관리시스템 구매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_ICT</a:t>
            </a:r>
            <a:r>
              <a:rPr lang="ko-KR" altLang="en-US" sz="1200" b="1" dirty="0" err="1">
                <a:latin typeface="Noto Sans CJK KR Regular" pitchFamily="34" charset="-127"/>
                <a:ea typeface="Noto Sans CJK KR Regular" pitchFamily="34" charset="-127"/>
              </a:rPr>
              <a:t>보안부</a:t>
            </a:r>
            <a:r>
              <a:rPr lang="en-US" altLang="ko-KR" sz="1200" b="1" dirty="0">
                <a:latin typeface="Noto Sans CJK KR Regular" pitchFamily="34" charset="-127"/>
                <a:ea typeface="Noto Sans CJK KR Regular" pitchFamily="34" charset="-127"/>
              </a:rPr>
              <a:t>]</a:t>
            </a:r>
            <a:endParaRPr kumimoji="0"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endParaRPr kumimoji="0" lang="en-US" altLang="ko-KR" sz="1200" b="1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07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79</Words>
  <Application>Microsoft Office PowerPoint</Application>
  <PresentationFormat>화면 슬라이드 쇼(4:3)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CJK KR Regular</vt:lpstr>
      <vt:lpstr>Arial</vt:lpstr>
      <vt:lpstr>Office 테마</vt:lpstr>
      <vt:lpstr>PowerPoint 프레젠테이션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윤우철</dc:creator>
  <cp:lastModifiedBy>SALES_STS</cp:lastModifiedBy>
  <cp:revision>132</cp:revision>
  <cp:lastPrinted>2020-10-15T06:30:39Z</cp:lastPrinted>
  <dcterms:created xsi:type="dcterms:W3CDTF">2012-10-25T06:33:22Z</dcterms:created>
  <dcterms:modified xsi:type="dcterms:W3CDTF">2026-06-01T03:20:17Z</dcterms:modified>
</cp:coreProperties>
</file>